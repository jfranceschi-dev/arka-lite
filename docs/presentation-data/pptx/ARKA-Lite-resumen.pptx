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En 40 minutos, prácticas que pueden aplicar en sus propios sistemas, no solo teoría.
QUÉ DECIR (▶ CLIC = hacer clic)
“Buenos días a todos. Somos el equipo arka-litos, del curso Upskilling Backend Java, y hoy les presentamos ARKA-Lite, nuestro proyecto final.”
“Somos un equipo de tres áreas, las mismas que tienen ustedes: desarrollo, base de datos e infraestructura, y cada parte la presenta quien la construyó. A mí, que vengo de desarrollo y conozco el negocio de punta a punta, me toca abrir, conectar las partes y cerrar.”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Desarrollo 1 · orquesta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1 · orquesta
LO QUE SE LLEVA EL STAFF
Cuando cambia una regla, se toca un solo lugar y una prueba confirma que nada se rompió.
QUÉ DECIR (▶ CLIC = hacer clic)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2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“Mi compañero de desarrollo se los muestra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Desarrollo 3
LO QUE SE LLEVA EL STAFF
Las claves fuera del código: rotarlas o cambiar de servidor no requiere recompilar.
QUÉ DECIR (▶ CLIC = hacer clic)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mi compañero de base de datos les cuenta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4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“Veamos cómo nace un contenedor.”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“Ya vimos que Kubernetes compara todo el tiempo lo que hay con lo que pedimos. Veamos qué pasa cuando se cae el Pod de solicitudes, por un error, porque se reinició el servidor o porque alguien lo borró.”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1
LO QUE SE LLEVA EL STAFF
Diagnosticar un error entre sistemas en minutos, con una sola búsqueda.
QUÉ DECIR (▶ CLIC = hacer clic)
“Gracias.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2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Desarrollo 1 · orquesta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669280" cy="274320"/>
          </a:xfrm>
          <a:prstGeom prst="rect">
            <a:avLst/>
          </a:prstGeom>
          <a:noFill/>
          <a:ln/>
        </p:spPr>
        <p:txBody>
          <a:bodyPr wrap="square" lIns="0" tIns="0" rIns="0" bIns="0" rtlCol="0" anchor="ctr">
            <a:normAutofit/>
          </a:bodyP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EQUIPO ARKA-LITOS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RESUMEN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CI/CD con GitHub Actions · Kubernetes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resumen</dc:title>
  <dc:subject>Proyecto final de Upskilling Backend Java</dc:subject>
  <dc:creator>Upskilling Backend Java</dc:creator>
  <cp:lastModifiedBy>Upskilling Backend Java</cp:lastModifiedBy>
  <cp:revision>1</cp:revision>
  <dcterms:created xsi:type="dcterms:W3CDTF">2026-10-29T10:33:20Z</dcterms:created>
  <dcterms:modified xsi:type="dcterms:W3CDTF">2026-10-29T10:33:20Z</dcterms:modified>
</cp:coreProperties>
</file>