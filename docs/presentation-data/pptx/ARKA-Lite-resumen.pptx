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Cuando cambia una regla, se toca un solo lugar y una prueba confirma que nada se rompió.
QUÉ DECIR (▶ CLIC = hacer clic)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“Mi compañero de desarrollo se los muestra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Las claves fuera del código: rotarlas o cambiar de servidor no requiere recompilar.
QUÉ DECIR (▶ CLIC = hacer clic)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mi compañero de base de datos les cuenta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“Veamos cómo nace un contenedor.”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“Ya vimos que Kubernetes compara todo el tiempo lo que hay con lo que pedimos. Veamos qué pasa cuando se cae el Pod de solicitudes, por un error, porque se reinició el servidor o porque alguien lo borró.”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Diagnosticar un error entre sistemas en minutos, con una sola búsqueda.
QUÉ DECIR (▶ CLIC = hacer clic)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RESUMEN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Kubernetes · CI/CD con GitHub Actions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resumen</dc:title>
  <dc:subject>Proyecto final de Upskilling Backend Java</dc:subject>
  <dc:creator>Upskilling Backend Java</dc:creator>
  <cp:lastModifiedBy>Upskilling Backend Java</cp:lastModifiedBy>
  <cp:revision>1</cp:revision>
  <dcterms:created xsi:type="dcterms:W3CDTF">2026-10-29T10:16:02Z</dcterms:created>
  <dcterms:modified xsi:type="dcterms:W3CDTF">2026-10-29T10:16:02Z</dcterms:modified>
</cp:coreProperties>
</file>